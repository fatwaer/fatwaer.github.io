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5DF90-1728-4BC2-8C4F-2B0D46A1C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90EC10-807B-4249-947E-1C76D1DFB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5F4A94-9CC1-415B-826A-996D5BFC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E274D-27BE-4D86-BFB3-B779B828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D9D710-7C69-4082-A083-7E13456B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26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85737-407B-41E6-B3E1-BFF5DF81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90342B-DB0C-4DDF-B462-D65543FD7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E98A7-F4E9-4D21-AA65-E4A1D8D6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A71885-81DF-4863-A8BA-567B23A6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B83B0E-9AA8-4031-8D11-A3BE47B2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145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C2A27-719A-4E82-B9C2-0CFF9940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AB8265-3884-49B6-AF2F-CB94C8160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A7DCD-726D-45BF-BBBF-BF039499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EFB43-A60A-4084-B7F3-4CB04DE00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7B1FC-455A-4290-A0AC-D3ACA06C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455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8A55F-C175-4A8E-AC6D-A5AF3A9B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ABB41A-1B1C-4FBA-8BE8-2A8403428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8FA715-745B-42D5-992E-B089A738E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AD7D53-7FDF-4B9A-8C20-1C09D2FC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8E0377-0AF6-4EF5-A532-D7599296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B58B27-B32D-4B7A-BD71-936C74624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871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E3354-5CB7-4C47-BED5-52A1D04D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89AB7C-1483-42C9-9AB2-786E4FACB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E95296-FDEA-4B6D-9F57-CCADADD93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DBB0E6-0CB3-424C-8D80-41E179CE50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49A83E-76D9-4333-82FB-721DF9AB3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3E46A6-8902-40B8-8315-9B35DBA7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B9C63A-9D02-4B8E-AE99-47558788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63C0EE-F5FD-4E18-AE76-A6530E89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79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DEDA2-3644-43B9-B1DE-D46F90969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01BC41-97CC-4E71-B1E9-3E59B0D52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2C900F-201E-4D59-9801-2973034E4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BA2380-74C5-4D2A-B7EF-D47D2907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8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D0D4C0-9AE2-4A51-8B04-BA29396F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7B6101-5F86-471F-9A84-581AC8A2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B1CBC9-77CD-456B-B7DF-CEE3FC9A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900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A866DC-A1EC-4A7F-80AA-FF3B6AC7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D1FAAB-C15C-460D-86C8-5417F78CF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FB24C-510E-4C0D-9814-10CF1AB1B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697A4A-4342-4500-8E68-6A21F80A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1AAB9-D833-461B-A138-27F4EB7C8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BA0A60-C875-4176-9D3B-27E7C911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4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7CBD4-8FBE-407E-95CF-0F26BEC4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03042B-3BFC-4B9E-A6F8-EB088EC3A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E37A77-BFC8-4375-926C-805DCC8EB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8AC2D-0A9D-4811-BBD7-91AE1036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26112B-0197-47B1-AE52-6835EA7A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373242-80E8-4E85-9B79-2FCE095CA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94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A5317-C327-45EF-9307-767644026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4F4959-018C-4AB2-BA9D-94394302CF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6B6F4-7DD6-4F97-88FC-5F356E4D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9F6292-BA6E-448A-8432-AB15650F0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28C26-C8BE-45D4-BFBB-1A99587D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2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2A0456-7A97-449D-841F-B4AB00089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2B911E-2923-423C-94A2-3672864EF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B4FF7-268B-44C6-889C-36A2E8EC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1FFAC-72DE-4AB8-9850-6F89283C7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5C0E5-FF3E-40CD-AC03-8150241C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52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6E6CD70-CA15-4ADE-A387-AB10D00F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0291DB-D539-4380-BDC9-87128697E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DCE2A-C480-4E5E-B19A-DEE241161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AE2E-345F-4021-AFB4-551788084A74}" type="datetimeFigureOut">
              <a:rPr lang="zh-CN" altLang="en-US" smtClean="0"/>
              <a:t>2019/12/22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D877A-0BD7-4384-B03B-467C1EFE4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44B7FB-2C60-4C2D-8B0B-2AADBE39E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4D0EF-3C35-4680-8AC5-7F19139F9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92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68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wanghua peng</dc:creator>
  <cp:lastModifiedBy>wanghua peng</cp:lastModifiedBy>
  <cp:revision>1</cp:revision>
  <dcterms:created xsi:type="dcterms:W3CDTF">2019-12-21T16:27:51Z</dcterms:created>
  <dcterms:modified xsi:type="dcterms:W3CDTF">2019-12-21T16:27:56Z</dcterms:modified>
</cp:coreProperties>
</file>